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20" d="100"/>
          <a:sy n="120" d="100"/>
        </p:scale>
        <p:origin x="44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2926080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</a:rPr>
              <a:t>MSDS · COMPUTERVISION 462  | 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Enhanced Virtual Try-On
in the Metaverse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FF"/>
                </a:solidFill>
              </a:rPr>
              <a:t>Leveraging 6G Technology for High-Resolution
Cloth Detection &amp; Fitting Room Experiences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4572000" cy="36576"/>
          </a:xfrm>
          <a:prstGeom prst="rect">
            <a:avLst/>
          </a:prstGeom>
          <a:solidFill>
            <a:srgbClr val="8A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CF0"/>
                </a:solidFill>
              </a:rPr>
              <a:t>Team: Joyati  ·  Biraj  ·  Murughanandam 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9AA"/>
                </a:solidFill>
              </a:rPr>
              <a:t>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3716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1A2D55"/>
                </a:solidFill>
              </a:rPr>
              <a:t>6G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291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004A6E"/>
                </a:solidFill>
              </a:rPr>
              <a:t>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100584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00C2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CF0"/>
                </a:solidFill>
              </a:rPr>
              <a:t>Online fashion retail demands immersive, realistic try-on experiences — yet current virtual fitting rooms fall short on resolution, realism, and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Low synthesized image resolution (256×192) creates noticeable artifacts</a:t>
            </a:r>
          </a:p>
          <a:p>
            <a:pPr algn="l"/>
            <a:r>
              <a:rPr sz="1500" b="1">
                <a:solidFill>
                  <a:srgbClr val="00C2FF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Misalignment between warped clothing and desired body regions</a:t>
            </a:r>
          </a:p>
          <a:p>
            <a:pPr algn="l"/>
            <a:r>
              <a:rPr sz="1500" b="1">
                <a:solidFill>
                  <a:srgbClr val="00C2FF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Existing architectures struggle with texture sharpness at high res</a:t>
            </a:r>
          </a:p>
          <a:p>
            <a:pPr algn="l"/>
            <a:r>
              <a:rPr sz="1500" b="1">
                <a:solidFill>
                  <a:srgbClr val="00C2FF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Scalability bottleneck as Metaverse &amp; 6G demand real-time, 4K-class fidelity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5669280" cy="530352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OUR 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91640"/>
            <a:ext cx="45720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High-Res Try-On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842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0"/>
                </a:solidFill>
              </a:rPr>
              <a:t>Synthesize 1024×768 (and beyond) virtual try-on images using VITON-HD-class techniques.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880360"/>
            <a:ext cx="45720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880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Cloth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729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0"/>
                </a:solidFill>
              </a:rPr>
              <a:t>Robust segmentation &amp; detection pipeline for accurate clothing region identification.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069080"/>
            <a:ext cx="45720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6G + Metaverse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3616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0"/>
                </a:solidFill>
              </a:rPr>
              <a:t>Exploit ultra-low latency &amp; high bandwidth of 6G to deliver real-time immersive fitting rooms.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100584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00C2FF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Team 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3383280" cy="475488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3383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5920" y="1371600"/>
            <a:ext cx="914400" cy="914400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Joyati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852928"/>
            <a:ext cx="2286000" cy="2926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852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ML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1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9AA"/>
                </a:solidFill>
              </a:rPr>
              <a:t>MODEL TESTING &amp;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2834640" cy="22860"/>
          </a:xfrm>
          <a:prstGeom prst="rect">
            <a:avLst/>
          </a:prstGeom>
          <a:solidFill>
            <a:srgbClr val="8A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</a:rPr>
              <a:t>▸  </a:t>
            </a:r>
            <a:r>
              <a:rPr sz="1200">
                <a:solidFill>
                  <a:srgbClr val="E8ECF0"/>
                </a:solidFill>
              </a:rPr>
              <a:t>Spearheads model testing &amp; monitoring strategies</a:t>
            </a:r>
          </a:p>
          <a:p>
            <a:pPr algn="l"/>
            <a:r>
              <a:rPr sz="1200" b="1">
                <a:solidFill>
                  <a:srgbClr val="00C2FF"/>
                </a:solidFill>
              </a:rPr>
              <a:t>▸  </a:t>
            </a:r>
            <a:r>
              <a:rPr sz="1200">
                <a:solidFill>
                  <a:srgbClr val="E8ECF0"/>
                </a:solidFill>
              </a:rPr>
              <a:t>Builds evaluation pipelines in Python</a:t>
            </a:r>
          </a:p>
          <a:p>
            <a:pPr algn="l"/>
            <a:r>
              <a:rPr sz="1200" b="1">
                <a:solidFill>
                  <a:srgbClr val="00C2FF"/>
                </a:solidFill>
              </a:rPr>
              <a:t>▸  </a:t>
            </a:r>
            <a:r>
              <a:rPr sz="1200">
                <a:solidFill>
                  <a:srgbClr val="E8ECF0"/>
                </a:solidFill>
              </a:rPr>
              <a:t>Defines QA metrics for try-on synthesis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1188720"/>
            <a:ext cx="3383280" cy="475488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77639" y="1188720"/>
            <a:ext cx="3383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79" y="1371600"/>
            <a:ext cx="914400" cy="914400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79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79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Biraj Mishra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852928"/>
            <a:ext cx="2286000" cy="2926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79" y="2852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Software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9" y="3273551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9AA"/>
                </a:solidFill>
              </a:rPr>
              <a:t>SYSTEMS &amp;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566160"/>
            <a:ext cx="2834640" cy="22860"/>
          </a:xfrm>
          <a:prstGeom prst="rect">
            <a:avLst/>
          </a:prstGeom>
          <a:solidFill>
            <a:srgbClr val="8A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9" y="36576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C2FF"/>
                </a:solidFill>
              </a:rPr>
              <a:t>▸  </a:t>
            </a:r>
            <a:r>
              <a:rPr sz="1200" dirty="0">
                <a:solidFill>
                  <a:srgbClr val="E8ECF0"/>
                </a:solidFill>
              </a:rPr>
              <a:t>Software engineering background</a:t>
            </a:r>
          </a:p>
          <a:p>
            <a:pPr algn="l"/>
            <a:r>
              <a:rPr sz="1200" b="1" dirty="0">
                <a:solidFill>
                  <a:srgbClr val="00C2FF"/>
                </a:solidFill>
              </a:rPr>
              <a:t>▸  </a:t>
            </a:r>
            <a:r>
              <a:rPr sz="1200" dirty="0">
                <a:solidFill>
                  <a:srgbClr val="E8ECF0"/>
                </a:solidFill>
              </a:rPr>
              <a:t>System architecture &amp; API design</a:t>
            </a:r>
            <a:endParaRPr lang="en-IN" sz="1200" dirty="0">
              <a:solidFill>
                <a:srgbClr val="E8ECF0"/>
              </a:solidFill>
            </a:endParaRPr>
          </a:p>
          <a:p>
            <a:pPr algn="l"/>
            <a:r>
              <a:rPr lang="en-IN" sz="1200" b="1" dirty="0">
                <a:solidFill>
                  <a:srgbClr val="00C2FF"/>
                </a:solidFill>
              </a:rPr>
              <a:t>▸  </a:t>
            </a:r>
            <a:r>
              <a:rPr lang="en-IN" sz="1200" dirty="0">
                <a:solidFill>
                  <a:srgbClr val="E8ECF0"/>
                </a:solidFill>
              </a:rPr>
              <a:t>Integrates CV models into production pipelines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188720"/>
            <a:ext cx="3383280" cy="475488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43800" y="1188720"/>
            <a:ext cx="3383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778240" y="1371600"/>
            <a:ext cx="914400" cy="914400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Murughanandam 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2852928"/>
            <a:ext cx="2286000" cy="2926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2852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Senior Director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273551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9AA"/>
                </a:solidFill>
              </a:rPr>
              <a:t>RESEARCH &amp; STRATEGY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3566160"/>
            <a:ext cx="2834640" cy="22860"/>
          </a:xfrm>
          <a:prstGeom prst="rect">
            <a:avLst/>
          </a:prstGeom>
          <a:solidFill>
            <a:srgbClr val="8A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0" y="36576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</a:rPr>
              <a:t>▸  </a:t>
            </a:r>
            <a:r>
              <a:rPr sz="1200">
                <a:solidFill>
                  <a:srgbClr val="E8ECF0"/>
                </a:solidFill>
              </a:rPr>
              <a:t>Senior industry leadership perspective</a:t>
            </a:r>
          </a:p>
          <a:p>
            <a:pPr algn="l"/>
            <a:r>
              <a:rPr sz="1200" b="1">
                <a:solidFill>
                  <a:srgbClr val="00C2FF"/>
                </a:solidFill>
              </a:rPr>
              <a:t>▸  </a:t>
            </a:r>
            <a:r>
              <a:rPr sz="1200">
                <a:solidFill>
                  <a:srgbClr val="E8ECF0"/>
                </a:solidFill>
              </a:rPr>
              <a:t>Guides research direction &amp; benchmarking</a:t>
            </a:r>
          </a:p>
          <a:p>
            <a:pPr algn="l"/>
            <a:r>
              <a:rPr sz="1200" b="1">
                <a:solidFill>
                  <a:srgbClr val="00C2FF"/>
                </a:solidFill>
              </a:rPr>
              <a:t>▸  </a:t>
            </a:r>
            <a:r>
              <a:rPr sz="1200">
                <a:solidFill>
                  <a:srgbClr val="E8ECF0"/>
                </a:solidFill>
              </a:rPr>
              <a:t>Connects academic work to real-world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557783"/>
            <a:ext cx="12188952" cy="6300217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100584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00C2FF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10927080" cy="475488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559149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FF"/>
                </a:solidFill>
              </a:rPr>
              <a:t>VITON-HD  ·  High-Resolution Zalando Dataset  (Kaggle)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CF0"/>
                </a:solidFill>
              </a:rPr>
              <a:t>Image-based virtual try-on dataset designed to transfer a target clothing item onto the corresponding region of a person. VITON-HD addresses the critical limitations of prior low-resolution (256×192) benchmarks by providing 1024×768 paired person–garment images.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34640"/>
            <a:ext cx="2560320" cy="96012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834640"/>
            <a:ext cx="2560320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FF"/>
                </a:solidFill>
              </a:rPr>
              <a:t>1024 × 768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9AA"/>
                </a:solidFill>
              </a:rPr>
              <a:t>Image Resolution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834640"/>
            <a:ext cx="2560320" cy="96012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2834640"/>
            <a:ext cx="2560320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FF"/>
                </a:solidFill>
              </a:rPr>
              <a:t>13,679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9AA"/>
                </a:solidFill>
              </a:rPr>
              <a:t>Training Pairs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834640"/>
            <a:ext cx="2560320" cy="96012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89320" y="2834640"/>
            <a:ext cx="2560320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FF"/>
                </a:solidFill>
              </a:rPr>
              <a:t>2,032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9AA"/>
                </a:solidFill>
              </a:rPr>
              <a:t>Test Pairs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834640"/>
            <a:ext cx="2560320" cy="96012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78240" y="2834640"/>
            <a:ext cx="2560320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FF"/>
                </a:solidFill>
              </a:rPr>
              <a:t>Zalando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9AA"/>
                </a:solidFill>
              </a:rPr>
              <a:t>Source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97763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WHY THIS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25196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C2FF"/>
                </a:solidFill>
              </a:rPr>
              <a:t>▸  </a:t>
            </a:r>
            <a:r>
              <a:rPr sz="1400" dirty="0">
                <a:solidFill>
                  <a:srgbClr val="E8ECF0"/>
                </a:solidFill>
              </a:rPr>
              <a:t>State-of-the-art resolution benchmark — enables rigorous high-res synthesis evaluation</a:t>
            </a:r>
          </a:p>
          <a:p>
            <a:pPr algn="l"/>
            <a:r>
              <a:rPr sz="1400" b="1" dirty="0">
                <a:solidFill>
                  <a:srgbClr val="00C2FF"/>
                </a:solidFill>
              </a:rPr>
              <a:t>▸  </a:t>
            </a:r>
            <a:r>
              <a:rPr sz="1400" dirty="0">
                <a:solidFill>
                  <a:srgbClr val="E8ECF0"/>
                </a:solidFill>
              </a:rPr>
              <a:t>Includes segmentation maps &amp; body </a:t>
            </a:r>
            <a:r>
              <a:rPr sz="1400" dirty="0" err="1">
                <a:solidFill>
                  <a:srgbClr val="E8ECF0"/>
                </a:solidFill>
              </a:rPr>
              <a:t>keypoints</a:t>
            </a:r>
            <a:r>
              <a:rPr sz="1400" dirty="0">
                <a:solidFill>
                  <a:srgbClr val="E8ECF0"/>
                </a:solidFill>
              </a:rPr>
              <a:t> essential for ALIAS normalization training</a:t>
            </a:r>
          </a:p>
          <a:p>
            <a:pPr algn="l"/>
            <a:r>
              <a:rPr sz="1400" b="1" dirty="0">
                <a:solidFill>
                  <a:srgbClr val="00C2FF"/>
                </a:solidFill>
              </a:rPr>
              <a:t>▸  </a:t>
            </a:r>
            <a:r>
              <a:rPr sz="1400" dirty="0">
                <a:solidFill>
                  <a:srgbClr val="E8ECF0"/>
                </a:solidFill>
              </a:rPr>
              <a:t>Paired person + garment images enable supervised cloth warping &amp; fusion experiments</a:t>
            </a:r>
          </a:p>
          <a:p>
            <a:pPr algn="l"/>
            <a:r>
              <a:rPr sz="1400" b="1" dirty="0">
                <a:solidFill>
                  <a:srgbClr val="00C2FF"/>
                </a:solidFill>
              </a:rPr>
              <a:t>▸  </a:t>
            </a:r>
            <a:r>
              <a:rPr sz="1400" dirty="0">
                <a:solidFill>
                  <a:srgbClr val="E8ECF0"/>
                </a:solidFill>
              </a:rPr>
              <a:t>Publicly available on Kaggle — reproducible &amp; community-validated splits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354</Words>
  <Application>Microsoft Macintosh PowerPoint</Application>
  <PresentationFormat>Custom</PresentationFormat>
  <Paragraphs>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Biraj Mishra</cp:lastModifiedBy>
  <cp:revision>2</cp:revision>
  <dcterms:created xsi:type="dcterms:W3CDTF">2013-01-27T09:14:16Z</dcterms:created>
  <dcterms:modified xsi:type="dcterms:W3CDTF">2026-02-21T15:13:55Z</dcterms:modified>
  <cp:category/>
</cp:coreProperties>
</file>